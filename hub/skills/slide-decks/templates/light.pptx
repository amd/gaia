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057400"/>
            <a:ext cx="11094415" cy="1508760"/>
          </a:xfrm>
        </p:spPr>
        <p:txBody>
          <a:bodyPr anchor="b"/>
          <a:lstStyle>
            <a:lvl1pPr algn="l">
              <a:defRPr sz="4400">
                <a:solidFill>
                  <a:srgbClr val="1F293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03320"/>
            <a:ext cx="11094415" cy="137160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rgbClr val="4B556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ver bar"/>
          <p:cNvSpPr/>
          <p:nvPr userDrawn="1"/>
        </p:nvSpPr>
        <p:spPr>
          <a:xfrm>
            <a:off x="548640" y="1828800"/>
            <a:ext cx="1097280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94415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68880"/>
            <a:ext cx="11094415" cy="1234440"/>
          </a:xfrm>
        </p:spPr>
        <p:txBody>
          <a:bodyPr anchor="b"/>
          <a:lstStyle>
            <a:lvl1pPr algn="l">
              <a:defRPr sz="4000" b="1">
                <a:solidFill>
                  <a:srgbClr val="1F293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3794760"/>
            <a:ext cx="11094415" cy="1028700"/>
          </a:xfrm>
        </p:spPr>
        <p:txBody>
          <a:bodyPr anchor="t"/>
          <a:lstStyle>
            <a:lvl1pPr marL="0" indent="0" algn="l">
              <a:buNone/>
              <a:defRPr sz="2200">
                <a:solidFill>
                  <a:srgbClr val="4B556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ection bar"/>
          <p:cNvSpPr/>
          <p:nvPr userDrawn="1"/>
        </p:nvSpPr>
        <p:spPr>
          <a:xfrm>
            <a:off x="548640" y="2286000"/>
            <a:ext cx="1097280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417320"/>
            <a:ext cx="543290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147" y="1417320"/>
            <a:ext cx="543290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5432907" cy="548640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rgbClr val="0072B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5432907" cy="39319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0147" y="1417320"/>
            <a:ext cx="5432907" cy="548640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rgbClr val="0072B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0147" y="2057400"/>
            <a:ext cx="5432907" cy="39319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899855" y="6172200"/>
            <a:ext cx="173736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48640" y="6172200"/>
            <a:ext cx="816833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9144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-decks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11094415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99855" y="6172200"/>
            <a:ext cx="173736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4B5563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8640" y="6172200"/>
            <a:ext cx="816833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4B556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8655" y="6172200"/>
            <a:ext cx="9144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4B5563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bar"/>
          <p:cNvSpPr/>
          <p:nvPr userDrawn="1"/>
        </p:nvSpPr>
        <p:spPr>
          <a:xfrm>
            <a:off x="548640" y="1289304"/>
            <a:ext cx="822960" cy="4572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b="1">
          <a:solidFill>
            <a:srgbClr val="1F2937"/>
          </a:solidFill>
          <a:latin typeface="+mj-lt"/>
          <a:ea typeface="+mj-ea"/>
          <a:cs typeface="+mj-cs"/>
        </a:defRPr>
      </a:lvl1pPr>
    </p:titleStyle>
    <p:bodyStyle>
      <a:lvl1pPr marL="254000" indent="-1778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1F2937"/>
          </a:solidFill>
          <a:latin typeface="+mn-lt"/>
          <a:ea typeface="+mn-ea"/>
          <a:cs typeface="+mn-cs"/>
        </a:defRPr>
      </a:lvl1pPr>
      <a:lvl2pPr marL="546100" indent="-1778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4B5563"/>
          </a:solidFill>
          <a:latin typeface="+mn-lt"/>
          <a:ea typeface="+mn-ea"/>
          <a:cs typeface="+mn-cs"/>
        </a:defRPr>
      </a:lvl2pPr>
      <a:lvl3pPr marL="838200" indent="-1778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4B5563"/>
          </a:solidFill>
          <a:latin typeface="+mn-lt"/>
          <a:ea typeface="+mn-ea"/>
          <a:cs typeface="+mn-cs"/>
        </a:defRPr>
      </a:lvl3pPr>
      <a:lvl4pPr marL="1130300" indent="-1778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4B5563"/>
          </a:solidFill>
          <a:latin typeface="+mn-lt"/>
          <a:ea typeface="+mn-ea"/>
          <a:cs typeface="+mn-cs"/>
        </a:defRPr>
      </a:lvl4pPr>
      <a:lvl5pPr marL="1422400" indent="-1778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4B5563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rgbClr val="1F2937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lide-decks:light">
  <a:themeElements>
    <a:clrScheme name="slide-decks light">
      <a:dk1>
        <a:srgbClr val="1F2937"/>
      </a:dk1>
      <a:lt1>
        <a:srgbClr val="FFFFFF"/>
      </a:lt1>
      <a:dk2>
        <a:srgbClr val="4B5563"/>
      </a:dk2>
      <a:lt2>
        <a:srgbClr val="F3F4F6"/>
      </a:lt2>
      <a:accent1>
        <a:srgbClr val="0072B2"/>
      </a:accent1>
      <a:accent2>
        <a:srgbClr val="D55E00"/>
      </a:accent2>
      <a:accent3>
        <a:srgbClr val="009E73"/>
      </a:accent3>
      <a:accent4>
        <a:srgbClr val="CC79A7"/>
      </a:accent4>
      <a:accent5>
        <a:srgbClr val="E69F00"/>
      </a:accent5>
      <a:accent6>
        <a:srgbClr val="56B4E9"/>
      </a:accent6>
      <a:hlink>
        <a:srgbClr val="D55E00"/>
      </a:hlink>
      <a:folHlink>
        <a:srgbClr val="9CA3AF"/>
      </a:folHlink>
    </a:clrScheme>
    <a:fontScheme name="slide-decks Calibri/Calibri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slide-decks Light corporate theme</dc:title>
  <dc:subject/>
  <dc:creator>slide-decks skill</dc:creator>
  <cp:keywords/>
  <dc:description>generated using python-pptx</dc:description>
  <cp:lastModifiedBy>slide-decks skill</cp:lastModifiedBy>
  <cp:revision>1</cp:revision>
  <dcterms:created xsi:type="dcterms:W3CDTF">2026-01-01T00:00:00Z</dcterms:created>
  <dcterms:modified xsi:type="dcterms:W3CDTF">2026-01-01T00:00:00Z</dcterms:modified>
  <cp:category/>
</cp:coreProperties>
</file>